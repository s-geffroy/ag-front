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Applied Geopolitics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Géopolitique des corridors stratégiques et des flux de puissance.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COMPANY DECK · EN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company knows its suppliers. What it does not know is which corridors make those suppliers dependent on someone else.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Declared dependency is contractual and legible. Real dependency runs through chokepoints, jurisdictions and insurers that never made it onto the risk register — a strait, a regulator, a single plant. What breaks an operation is almost always one tier further back.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DOCTRINE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corridor to decision, in seven moves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434955" y="3557016"/>
            <a:ext cx="9319042" cy="0"/>
          </a:xfrm>
          <a:prstGeom prst="line">
            <a:avLst/>
          </a:prstGeom>
          <a:noFill/>
          <a:ln w="12700">
            <a:solidFill>
              <a:srgbClr val="0F3C4E">
                <a:alpha val="55000"/>
              </a:srgbClr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52659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CORRIDORS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05833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11542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11542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FLUX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59006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4715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64715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DÉPENDANCES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12180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17889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317889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VULNÉRABILITÉS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65354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1063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71063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SEUILS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18527" y="3474720"/>
            <a:ext cx="164592" cy="164592"/>
          </a:xfrm>
          <a:prstGeom prst="diamond">
            <a:avLst/>
          </a:prstGeom>
          <a:solidFill>
            <a:srgbClr val="F4F6F8"/>
          </a:solidFill>
          <a:ln w="19050">
            <a:solidFill>
              <a:srgbClr val="0F3C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4237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424237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80" kern="0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SCÉNARIOS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1701" y="3474720"/>
            <a:ext cx="164592" cy="164592"/>
          </a:xfrm>
          <a:prstGeom prst="diamond">
            <a:avLst/>
          </a:prstGeom>
          <a:solidFill>
            <a:srgbClr val="C8282C"/>
          </a:solidFill>
          <a:ln w="19050">
            <a:solidFill>
              <a:srgbClr val="C8282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77410" y="3767328"/>
            <a:ext cx="15531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977410" y="4005072"/>
            <a:ext cx="15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DÉCISIONS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order is the argument: you do not jump from flows to decisions without thresholds.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this rests on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consultancy restarting its research for every engagement: a corridor database we maintain, and methods that apply to it.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SUBSTRATE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database, not a news watch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313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CATALOGUED OBJECTS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190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REGISTERED SOURCES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DERIVATION ENGINES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Catalogued is not validated: promotion to P0 requires sourced evidence and human validation. The method itself has its own deck.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Measuring vulnerability, without pretending to precision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78024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2416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6464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10512" y="2478024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05456" y="247802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6785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9664" y="247802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Credible alternatives, limited exposure.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227832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2416" y="3227832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26464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0512" y="3227832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05456" y="32278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74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MODERATE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69664" y="3227832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dependency, costly workaround.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" y="3977640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2416" y="3977640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26464" y="3977640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3977640"/>
            <a:ext cx="384048" cy="274320"/>
          </a:xfrm>
          <a:prstGeom prst="rect">
            <a:avLst/>
          </a:prstGeom>
          <a:solidFill>
            <a:srgbClr val="EAEEF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05456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4E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69664" y="3977640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 alternatives, thresholds close.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8368" y="4727448"/>
            <a:ext cx="384048" cy="274320"/>
          </a:xfrm>
          <a:prstGeom prst="rect">
            <a:avLst/>
          </a:prstGeom>
          <a:solidFill>
            <a:srgbClr val="167858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2416" y="4727448"/>
            <a:ext cx="384048" cy="274320"/>
          </a:xfrm>
          <a:prstGeom prst="rect">
            <a:avLst/>
          </a:prstGeom>
          <a:solidFill>
            <a:srgbClr val="A8740E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26464" y="4727448"/>
            <a:ext cx="384048" cy="274320"/>
          </a:xfrm>
          <a:prstGeom prst="rect">
            <a:avLst/>
          </a:prstGeom>
          <a:solidFill>
            <a:srgbClr val="C24E1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10512" y="4727448"/>
            <a:ext cx="384048" cy="274320"/>
          </a:xfrm>
          <a:prstGeom prst="rect">
            <a:avLst/>
          </a:prstGeom>
          <a:solidFill>
            <a:srgbClr val="B82622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05456" y="47274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826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CRITICAL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69664" y="4727448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Extreme concentration, systemic disruption.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dimensions. Every score carries its sources, its date, its confidence level and its uncertainties. The scale states what the grid can establish, not where the base stands: as of this date, all 313 instructed corridors sit in the top band.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CVI METHOD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the CVI establishes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dimensions, each tied to a precise question: exposure, concentration, threat, disruption capacity, resilience, cost of bypass, governance, uncertainty.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grid applied the same way everywhere — two corridors become comparable, and one corridor becomes comparable to itself six months later.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scale that follows the tier: qualitative from low to critical, then 0–5 per dimension. The 0–100 aggregate is waiting on its methodological documentation: it is not computed, so it is not served.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score carries its sources, its date, its confidence level and its uncertainties.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aggregate 0–100 score without published methodological documentation.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Neither a prediction nor a probability of disruption — we do not produce them.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navigational or legal precision in map geometry.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of this date, 6 instructed corridors out of 313 carry all eight dimensions; 268 carry only three. The grid is applied everywhere; it is not populated everywhere.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lines at the bottom matter as much as those at the top: an index that does not state its limits is not an index, it is an opinion with numbers.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Surfacing a company’s hidden dependencies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guided interview in eleven moves, from framing the case to a traceable synthesis.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 diagnostic dimensions scored 0–5, from hidden dependency to decision readiness.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scale 0–5: an official source rates 5; an LLM suggestion rates 1 and is not admissible.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red team before any conclusion, then a diagnostic packet, source by source.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Interview cockpit behind individual analyst accounts, FR/EN exports.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 — PREMIUM TIER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diagnosis to arbitration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moves, V·E·R·D·I·C·T, from “see the real situation” to a decision that holds.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three mandatory options: the main one, a minimal alternative, and the opposite or doing nothing.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weighted criteria out of 100, a 0–5 proof scale, and a hard-veto audit.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possible verdicts: DO, TEST, DEFER, ABANDON.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PESTEL, SWOT and the Business Model Canvas are transformed for decision, not juxtaposed. The score is not the decision.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COVERAGE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corridors under study — and what “under study” means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founding corridors are under study: Malacca, Red Sea–Suez, Taiwan. Written and sourced, currently in human validation — not yet published. The Atlas opens one corridor at a time, never before the gates are met.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Studying a corridor is not having an opinion about it: it starts with establishing what actually moves through it. These are the four opening measures for Malacca — institutional, dated, and verifiable without us.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rest of the method applies to those figures: real substitution, tipping thresholds, decision. It has its own deck.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505456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SOURCED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Crude in transit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23.2 Mb/d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imported by China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Transits (Malacca + Singapore)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94,301 / yr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container throughput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41.1 M TEU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illustration on public sources — this is not a published diagnosis. The corresponding Atlas entry is still in human validation. Sources: US EIA, World Oil Transit Chokepoints (H1 2025); MPA Singapore, Annual Report 2024.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levels of reading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Inform, monitor, arbitrate. Three different commitments, each stated with its ceilings.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levels of reading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INFORM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92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Basic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92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19–49 €/mois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 corridors, flows and vulnerabilities.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2168" y="2446020"/>
            <a:ext cx="3404616" cy="3063240"/>
          </a:xfrm>
          <a:prstGeom prst="rect">
            <a:avLst/>
          </a:prstGeom>
          <a:solidFill>
            <a:srgbClr val="FCFDFE"/>
          </a:solidFill>
          <a:ln w="22225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MONITOR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30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Standard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30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199–799 €/mois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30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the signals, the scores and how they move.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5968" y="2446020"/>
            <a:ext cx="3404616" cy="3063240"/>
          </a:xfrm>
          <a:prstGeom prst="rect">
            <a:avLst/>
          </a:prstGeom>
          <a:solidFill>
            <a:srgbClr val="F4F6F8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6864" y="2756916"/>
            <a:ext cx="2782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ARBITRATE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36864" y="308610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Premium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36864" y="3762756"/>
            <a:ext cx="2782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3 000–15 000 €+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36864" y="4274820"/>
            <a:ext cx="2782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Scenarios, tipping thresholds and contextualised arbitration.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informs. Standard monitors. Premium helps you arbitrate.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each level opens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194560"/>
          <a:ext cx="10872216" cy="914400"/>
        </p:xfrm>
        <a:graphic>
          <a:graphicData uri="http://schemas.openxmlformats.org/drawingml/2006/table">
            <a:tbl>
              <a:tblPr/>
              <a:tblGrid>
                <a:gridCol w="6840945"/>
                <a:gridCol w="1343757"/>
                <a:gridCol w="1343757"/>
                <a:gridCol w="1343757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Basic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Standard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F6F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Premium</a:t>
                      </a:r>
                      <a:endParaRPr lang="en-US" sz="11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4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Qualitative diagnosis, low → critical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0–5 CVI scoring per dimension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Tracked signals per corridor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to 5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 to 5 + thresholds</a:t>
                      </a:r>
                      <a:endParaRPr lang="en-US" sz="12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Thematic alerts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Corridor-to-corridor comparison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Client exposure diagnosis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Scenarios and tipping thresholds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C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Debrief + decision note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FCAD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3C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launch, Basic and Standard open progressively as the Atlas and its history build up.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PREMIUM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pilot, and its stated ceilings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main corridor, one optional comparison.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to three flows examined.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to five tracked signals.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45–60 minute debrief, with a decision note.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to eight weeks, as a closed pilot.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ceilings are stated before the engagement, not discovered during it. A scope that holds beats a scope that was promised.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Start the conversation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Geopolitics publishes. Sylvain Geffroy signs. LucidAxis carries it structurally.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Premium pilot, the framing interview comes before any proposal.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Company Deck</dc:title>
  <dc:subject>Geopolitics of strategic corridors: the CVI method, HDDE, VERDICT, and the Basic / Standard / Premium tiers.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