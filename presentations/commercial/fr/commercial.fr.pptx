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Applied Geopolitics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Géopolitique des corridors stratégiques et des flux de puissance.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PLAQUETTE · FR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PROBLÈME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Une entreprise connaît ses fournisseurs. Elle ignore par quels corridors ils dépendent, eux, de quelqu’un d’autre.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dépendance déclarée est contractuelle et lisible. La dépendance réelle passe par des points de passage, des juridictions et des assureurs que personne n’a inscrits au registre des risques — un détroit, un régulateur, une usine unique. Ce qui casse une activité est presque toujours à ce second rang.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DOCTRINE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Du corridor à la décision, en sept temps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434955" y="3557016"/>
            <a:ext cx="9319042" cy="0"/>
          </a:xfrm>
          <a:prstGeom prst="line">
            <a:avLst/>
          </a:prstGeom>
          <a:noFill/>
          <a:ln w="12700">
            <a:solidFill>
              <a:srgbClr val="0F3C4E">
                <a:alpha val="55000"/>
              </a:srgbClr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52659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CORRIDORS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5833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11542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11542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FLUX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59006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4715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64715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DÉPENDANCES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2180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7889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17889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VULNÉRABILITÉS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65354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1063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71063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SEUILS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18527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4237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24237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SCÉNARIOS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1701" y="3474720"/>
            <a:ext cx="164592" cy="164592"/>
          </a:xfrm>
          <a:prstGeom prst="diamond">
            <a:avLst/>
          </a:prstGeom>
          <a:solidFill>
            <a:srgbClr val="C8282C"/>
          </a:solidFill>
          <a:ln w="19050">
            <a:solidFill>
              <a:srgbClr val="C828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77410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977410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DÉCISIONS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L’ordre est l’argument : on ne saute pas des flux aux décisions sans passer par les seuils.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sur quoi cela repose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un cabinet qui recommence sa recherche à chaque dossier : une base de corridors que nous tenons, et des méthodes qui s’y appliquent.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Une base de données, pas une veille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313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OBJETS RECENSÉS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AU REGISTRE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MOTEURS DÉRIVÉS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Recensé n’est pas validé : la promotion en priorité P0 exige des preuves sourcées et une validation humaine. Le détail de la méthode fait l’objet d’une plaquette dédiée.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Mesurer une vulnérabilité, sans illusion de précision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78024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2416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6464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10512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24780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6785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9664" y="247802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Alternatives crédibles, faible exposition.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227832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" y="3227832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26464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05456" y="32278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4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MODÉRÉ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69664" y="3227832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Dépendance réelle, contournement coûteux.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2416" y="3977640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26464" y="3977640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3977640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05456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4E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ÉLEVÉ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9664" y="397764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Peu d’alternatives, seuils proches.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8368" y="4727448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2416" y="4727448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26464" y="4727448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10512" y="4727448"/>
            <a:ext cx="384048" cy="274320"/>
          </a:xfrm>
          <a:prstGeom prst="rect">
            <a:avLst/>
          </a:prstGeom>
          <a:solidFill>
            <a:srgbClr val="B8262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05456" y="4727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8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CRITIQUE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69664" y="4727448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Concentration extrême, perturbation systémique.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Huit dimensions. Chaque score affiche ses sources, sa date, son niveau de confiance et ses incertitudes. L’échelle dit ce que la grille peut établir, pas où en est la base : à cette date, les 313 corridors instruits sont tous en bande critique.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le CVI établit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Huit dimensions, chacune adossée à une question précise : exposition, concentration, menace, capacité de perturbation, résilience, coût de contournement, gouvernance, incertitude.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même grille appliquée de la même façon partout — deux corridors deviennent comparables, et un même corridor comparable à lui-même six mois plus tard.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échelle qui suit l’offre : qualitative de bas à critique, puis 0–5 par dimension. L’agrégat 0–100 attend sa documentation méthodologique : il n’est pas calculé, donc pas servi.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score affiche ses sources, sa date, son niveau de confiance et ses incertitudes.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score global 0–100 sans documentation méthodologique publiée.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 prédiction, ni probabilité de rupture — nous n’en produisons pas.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valeur navigationnelle ni juridique dans la géométrie des cartes.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cette date, 6 corridors instruits sur 313 portent les huit dimensions, 268 n’en portent que trois. La grille est appliquée partout ; elle n’est pas partout renseignée.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lignes du bas comptent autant que celles du haut : un indice qui ne dit pas ses limites n’est pas un indice, c’est une opinion chiffrée.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Révéler les dépendances cachées d’une entreprise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Entretien guidé en onze temps, du cadrage du cas à la synthèse traçable.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Neuf dimensions de diagnostic notées 0–5, de la dépendance cachée à la préparation décisionnelle.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Échelle de preuve 0–5 : une source officielle vaut 5, une suggestion LLM vaut 1 et n’est pas recevable.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team contradictoire avant conclusion, puis packet de diagnostic, source par source.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 d’entretien accessible par compte analyste, exports FR/EN.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 — OFFRE 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Passer du diagnostic à l’arbitrage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 temps V·E·R·D·I·C·T, de « voir la situation réelle » à la décision tenue.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 moins trois options obligatoires : la principale, une alternative minimale, et l’opposée ou la non-action.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 critères pondérés sur 100, échelle de preuve 0–5, audit des vetos durs.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Quatre verdicts possibles : FAIRE, TESTER, DIFFÉRER, ABANDONNER.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PESTEL, SWOT et Business Model Canvas y sont transformés pour la décision, pas juxtaposés. Le score n’est pas la décision.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COUVERTURE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Trois corridors instruits — et ce qu’« instruit » veut dire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Trois corridors fondateurs sont instruits : Malacca, Mer Rouge–Suez, Taïwan. Fiches rédigées et sourcées, en cours de validation humaine — elles ne sont pas encore publiées. L’Atlas s’ouvre corridor par corridor, jamais avant que les gates soient tenues.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Instruire un corridor, ce n’est pas en avoir une opinion : c’est d’abord établir ce qui y circule. Voici les quatre mesures de départ pour Malacca — institutionnelles, datées, et vérifiables sans nous.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reste de la méthode s’applique à ces chiffres-là : substitution réelle, seuils de bascule, décision. Il fait l’objet d’une plaquette dédiée.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505456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MESURÉ, SOURCÉ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Brut transitant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23,2 Mb/j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importée par la Chine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48 %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Transits (Malacca + Singapour)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94 301 / 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Débit conteneurs du hub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41,1 M EVP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de méthode sur sources publiques — ce n’est pas un diagnostic publié. La fiche Atlas correspondante est en cours de validation humaine. Sources : US EIA, World Oil Transit Chokepoints (1ᵉʳ semestre 2025) ; MPA Singapore, Annual Report 2024.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Trois niveaux de lecture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Informer, surveiller, arbitrer. Trois engagements différents, annoncés avec leurs plafonds.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Trois niveaux de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INFORMER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92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Basic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92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19–49 €/mois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Comprendre les corridors, les flux et les vulnérabilités.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2168" y="2446020"/>
            <a:ext cx="3404616" cy="3063240"/>
          </a:xfrm>
          <a:prstGeom prst="rect">
            <a:avLst/>
          </a:prstGeom>
          <a:solidFill>
            <a:srgbClr val="FCFDFE"/>
          </a:solidFill>
          <a:ln w="22225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SURVEILLER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30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Standard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30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199–799 €/mois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30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Suivre les signaux, les scores et les évolutions.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59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68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ARBITRER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368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Premium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368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3 000–15 000 €+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368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Scénarios, seuils de bascule et arbitrage contextualisé.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informe. Standard surveille. Premium aide à arbitrer.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chaque niveau ouvre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194560"/>
          <a:ext cx="10872216" cy="914400"/>
        </p:xfrm>
        <a:graphic>
          <a:graphicData uri="http://schemas.openxmlformats.org/drawingml/2006/table">
            <a:tbl>
              <a:tblPr/>
              <a:tblGrid>
                <a:gridCol w="6840945"/>
                <a:gridCol w="1343757"/>
                <a:gridCol w="1343757"/>
                <a:gridCol w="1343757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Basic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Standard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Premium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Diagnostic qualitatif bas → critique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Scoring CVI 0–5 par dimension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Signaux suivis par corridor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à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à 5 + seuils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Alertes thématiques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Comparaison entre corridors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Diagnostic d’exposition client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Scénarios et seuils de bascule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Restitution + note de décision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 lancement, Basic et Standard ouvrent à mesure que l’Atlas et l’historique se constituent.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pilote, et ses plafonds annoncés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corridor principal, un comparatif optionnel.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Deux à trois flux instruits.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Trois à cinq signaux suivis.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restitution de 45 à 60 minutes, accompagnée d’une note de décision.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à huit semaines, en pilote fermé.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plafonds sont annoncés avant l’engagement, pas découverts pendant. Un périmètre tenu vaut mieux qu’un périmètre promis.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Engager la conversation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Geopolitics publie. Sylvain Geffroy signe. LucidAxis porte structurellement.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 un pilote Premium, l’entretien de cadrage précède toute proposition.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Plaquette</dc:title>
  <dc:subject>Géopolitique des corridors stratégiques : méthode CVI, HDDE, VERDICT et offres Basic / Standard / Premium.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